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8321040" y="128016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141A2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B5CF6"/>
                </a:solidFill>
              </a:rPr>
              <a:t>▶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778240" y="329184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141A2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21240" y="3703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</a:rPr>
              <a:t>AI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</a:t>
            </a:r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.ai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49808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marketplace and streaming home for AI-generated films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9808" y="42245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AI filmmakers earn, and audiences discover a new art form.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Round  •  June 2026  •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—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great film of the next decade won't come from a studio.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has collapsed the cost of filmmaking from millions to hundreds of dollars. Millions of new filmmakers are coming.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have nowhere to premiere, no way to get paid, and no audience that takes them seriously.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10128"/>
            <a:ext cx="3291840" cy="808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" y="4055364"/>
            <a:ext cx="3291840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consumer experience: curated, premium, lean-back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320040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3310128"/>
            <a:ext cx="3291840" cy="808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Steam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34840" y="4055364"/>
            <a:ext cx="3291840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marketplace: creators set prices, earn per sale, build studios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320040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3310128"/>
            <a:ext cx="3291840" cy="808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YouTube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183880" y="4055364"/>
            <a:ext cx="3291840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openness: anyone can publish — but with a quality gate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is the distribution and monetization layer for the AI film era — the place where this new category of entertainment gets premiered, discovered, and paid for.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—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creative class with no economy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AI FILMMAKERS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YouTube buries AI films in an infinite feed; ad RPM of $1–3 can't fund serious work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 Video Direct is cutting royalties and restricting AI content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and traditional distributors won't take submissions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vendors (Runway, Pika, Sora) monetize creation — not distribution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world-class AI shorts go viral on X… and earn $0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VIEWERS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films are scattered across X, TikTok, YouTube — no destination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curation: finding the good 1% means wading through slop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formats: no premieres, festivals, series, or genre depth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Growing curiosity ("can AI make a real film?") with nowhere to satisfy it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—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curated marketplace where AI films premiere and earn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3611880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— CREATE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Creators upload films, trailers, cover art, metadata and set pricing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64592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1645920"/>
            <a:ext cx="3611880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— CURATE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8848" y="224028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title passes human + AI review. The quality gate is the product.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83296" y="164592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83296" y="1645920"/>
            <a:ext cx="3611880" cy="822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8266176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— MONETIZE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66176" y="224028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Viewers buy per-film or subscribe to YouMake+. Creators earn 30–40% with tiers that rise as they succeed.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TWO-SIDED VALUE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389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Creators get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per-view revenue (not ad crumbs)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legitimizing premiere venue + studio identity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Rising revenue share: 30% → 35% (1K paid views) → 40% (5K)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25196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389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Viewers get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7548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best 1% of AI film, curated — zero slop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 one film ($3–6) or stream the catalog (YouMake+ $7.99/mo)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creators &amp; studios as they build franchises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— LIVE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—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MVP is built and operating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190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 platform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719072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Browse, trailers, film pages, studio/creator pages, purchase &amp; streaming flows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32720" y="1828800"/>
            <a:ext cx="1188720" cy="347472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2374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 onboarding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523744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Studio profiles, guided upload: film, trailer, art, metadata, pricing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332720" y="2633472"/>
            <a:ext cx="1188720" cy="347472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2841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 dashboard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328416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management, edit films, studio profile, performance views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332720" y="3438144"/>
            <a:ext cx="1188720" cy="347472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59936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1330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review system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413308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approval gate before any film is listed — curation enforced in software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332720" y="4242816"/>
            <a:ext cx="1188720" cy="347472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864608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937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Payouts &amp; analytics v2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66160" y="49377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tracking (30/35/40%), payout automation, creator revenue analytics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332720" y="5047488"/>
            <a:ext cx="1188720" cy="347472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74243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&amp; TV apps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66160" y="5742432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Recommendations, genre verticals, living-room apps (TV is where films get watched)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332720" y="5852160"/>
            <a:ext cx="1188720" cy="347472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SCOPE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status: product is ahead of traction. No meaningful user or creator base yet — the seed round funds exactly that.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—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category at the crossing of three big markets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55648"/>
            <a:ext cx="3291840" cy="7607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$720B → $1.9T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450592"/>
            <a:ext cx="3291840" cy="614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video streaming, 2026 → 2030 (~20% CAGR)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755648"/>
            <a:ext cx="3291840" cy="7607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$250–300B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34840" y="2450592"/>
            <a:ext cx="3291840" cy="614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 economy today; ~$500B+ by 2030 (Goldman Sachs)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755648"/>
            <a:ext cx="3291840" cy="7607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$3.2B → ~$15B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83880" y="2450592"/>
            <a:ext cx="3291840" cy="614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video generation tools, 2026 → 2030 (28–35% CAGR)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0120" y="2743200"/>
            <a:ext cx="3383280" cy="3383280"/>
          </a:xfrm>
          <a:prstGeom prst="ellipse">
            <a:avLst/>
          </a:prstGeom>
          <a:solidFill>
            <a:srgbClr val="1E1B3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54480" y="3337560"/>
            <a:ext cx="2194560" cy="2194560"/>
          </a:xfrm>
          <a:prstGeom prst="ellipse">
            <a:avLst/>
          </a:prstGeom>
          <a:solidFill>
            <a:srgbClr val="2A235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8840" y="3931920"/>
            <a:ext cx="1005840" cy="10058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41605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0632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 — $45B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3392424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Indie / niche / transactional slice of global on-demand video + creator monetization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0" y="408736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— $3.5B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441655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monetization of AI-native films (PPV + niche SVOD + creator services), EN + EU markets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0" y="511149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 — $60–110M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37760" y="544068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Year-5 obtainable gross billings (1.7–3% of SAM). Base case models $21M — below the ceiling, not a hockey stick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2636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now: Sora, Veo 3, Runway Gen-4 and Kling 2.x made watchable AI films possible in the last 18 months. Supply is exploding; no one owns distribution.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—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Everyone touches this space. No one owns it.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1554480"/>
                <a:gridCol w="1737360"/>
                <a:gridCol w="210312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AI-native curated catalog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Per-title sales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Viewer subscription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Creator rev-share scaling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Built-in audience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YouTube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 buried in feed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 limited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 not AI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 flat 55%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Vimeo OTT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but no audience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Netflix / Prime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 closed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 no submissions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Runway / Pika / Sora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 tool showcases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 tool users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Patreon / Kickstarter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 membership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YouMakeTV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B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the product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B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B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YouMake+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B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30→40% tiers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B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building — the execution risk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B4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25780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vendors are partners, not rivals: they monetize creation and need a distribution story ("made with Runway → premiered on YouMakeTV").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credible threat is OpenAI or YouTube verticalizing AI film. The defense is speed to liquidity + multi-tool neutrality + a curation brand.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—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 take rate + subscription, supply-side aligned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82296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19072"/>
            <a:ext cx="2743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Pay-per-view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83280" y="1719072"/>
            <a:ext cx="4846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$4.99/film. Platform keeps 60–70% (creator tier 30→40%).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0" y="1719072"/>
            <a:ext cx="1463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~30% of Y5 billings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70048"/>
            <a:ext cx="82296" cy="914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43200"/>
            <a:ext cx="2743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YouMake+ subscription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83280" y="2743200"/>
            <a:ext cx="4846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$7.99/mo all-access. 45% of sub revenue flows to a creator watch-time pool.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0" y="2743200"/>
            <a:ext cx="1463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~58% of Y5 billings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694176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694176"/>
            <a:ext cx="82296" cy="9144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767328"/>
            <a:ext cx="2743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Advertising (Y3+)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83280" y="3767328"/>
            <a:ext cx="4846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ad-supported tier converts non-payers; net ARPU $2.40/registered user at maturity.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0" y="3767328"/>
            <a:ext cx="1463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~11% of Y5 billings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18304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718304"/>
            <a:ext cx="82296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791456"/>
            <a:ext cx="2743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Featured placement &amp; promo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383280" y="4791456"/>
            <a:ext cx="4846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Creators pay for premium placement; future: licensing breakout titles upstream.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0" y="4791456"/>
            <a:ext cx="1463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~1% (growing)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0" y="1645920"/>
            <a:ext cx="3017520" cy="4023360"/>
          </a:xfrm>
          <a:prstGeom prst="roundRect">
            <a:avLst>
              <a:gd name="adj" fmla="val 1818"/>
            </a:avLst>
          </a:prstGeom>
          <a:solidFill>
            <a:srgbClr val="1A2238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0" y="1828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 TIERS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69680" y="22402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966960" y="2240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
</a:t>
            </a:r>
            <a:pPr indent="0" marL="0">
              <a:buNone/>
            </a:pPr>
            <a:r>
              <a:rPr lang="en-US" sz="9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one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0" y="289864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966960" y="28986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Growth
</a:t>
            </a:r>
            <a:pPr indent="0" marL="0">
              <a:buNone/>
            </a:pPr>
            <a:r>
              <a:rPr lang="en-US" sz="9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1,000 paid views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69680" y="355701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966960" y="355701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
</a:t>
            </a:r>
            <a:pPr indent="0" marL="0">
              <a:buNone/>
            </a:pPr>
            <a:r>
              <a:rPr lang="en-US" sz="9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5,000 paid views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869680" y="4306824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is shared: the take rate falls as creators win — the opposite of every incumbent.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58978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economics (base case): subscriber LTV ≈ $80 vs CAC $25 (3.2x, ~7-mo payback) • 80%+ gross margin on net revenue • creator LTV:CAC ≈ 7x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GROWTH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—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Supply-led growth: creators first, then concentrate demand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CREATORS  (CAC target ≤ $40)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074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Founding 50: hand-recruited festival winners &amp; viral AI shorts — guaranteed placement, 0% take on first $500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communities: Runway, Sora, Pika, Kling, Luma, ComfyUI/SD — Discords, challenges, festival pipelines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Reddit / X / Discord: founder-led content + payout receipts ("first creator just crossed $1K")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10–15 AI-educator influencer sponsorships (~$33 CAC modeled)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Referrals from Month 6: $50 per activated creator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Year-1 channel plan: ~$140K → 3,000+ signup capacity vs. 500 target (2x buffer)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VIEWERS  (blended CAC ≤ $40 → $25)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5074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Trailer-led paid social (Meta, TikTok, YouTube pre-roll) — entertainment creative, not platform ads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Owned clip factory: Shorts/TikTok/Reels from catalog moments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SEO: "best AI films", film &amp; creator pages — compounding from Month 6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Creator-as-affiliate: 20% of referred first-year revenue — creators bring their own audiences (the cold-start cheat code)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 &amp; festivals: "the Netflix of AI film" launch story, AI film awards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 gates: no scale-up until D7 retention &gt;25% and M3 sub retention &gt;55%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2636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 is derived from targets in the model (adds × CAC × paid share) — growth and budget always reconcile.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 BOOTSTRAPPING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—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Solving the cold start: supply doesn't churn, so seed supply first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611880" cy="3657600"/>
          </a:xfrm>
          <a:prstGeom prst="roundRect">
            <a:avLst>
              <a:gd name="adj" fmla="val 1519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3611880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10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· M0–6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0848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supply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founding creators, hand-picked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150–300 curated films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3–5K viewers for signal, not scale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Gate: D7 retention &gt;25%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1645920"/>
            <a:ext cx="3611880" cy="3657600"/>
          </a:xfrm>
          <a:prstGeom prst="roundRect">
            <a:avLst>
              <a:gd name="adj" fmla="val 1519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5968" y="1645920"/>
            <a:ext cx="3611880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4498848" y="1810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· M6–18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98848" y="20848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 demand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498848" y="256032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300–500 active creators, 1,000+ films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1.5–8K subscribers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 CAC ≤$35, M3 retention &gt;55%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creators hit Growth tier — publicize every payout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83296" y="1645920"/>
            <a:ext cx="3611880" cy="3657600"/>
          </a:xfrm>
          <a:prstGeom prst="roundRect">
            <a:avLst>
              <a:gd name="adj" fmla="val 1519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83296" y="1645920"/>
            <a:ext cx="3611880" cy="822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8266176" y="1810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· M18–36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66176" y="20848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effects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66176" y="256032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1,500–3,000 creators, 5–12K films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30K+ subscribers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Referral &amp; affiliate loops; organic &gt;40% of signups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creators earn $2–5K/mo and recruit for us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57784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1A2238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6692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viable liquidity:  </a:t>
            </a:r>
            <a:pPr indent="0" marL="0">
              <a:buNone/>
            </a:pPr>
            <a:r>
              <a:rPr lang="en-US" sz="11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~1,000 quality films • ~500 active creators • ~25–30K subscribers (≈$2.5M ARR funding $1M+/yr creator payouts). Base case reaches this by Month 24–30. Shudder launched with &lt;200 titles — curation beats volume.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PROJECTIONS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—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 model — net revenue basis, three scenarios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498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24128"/>
                <a:gridCol w="1024128"/>
                <a:gridCol w="1024128"/>
                <a:gridCol w="1024128"/>
                <a:gridCol w="102412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Gross billings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$0.12M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$0.67M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$2.8M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$8.7M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$21.4M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 revenue (platform)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$0.07M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$0.40M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$1.75M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$5.7M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$14.4M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Gross margin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83%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85%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EBITDA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F8717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–$1.3M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F8717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–$2.4M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F8717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–$3.7M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F8717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–$3.9M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F8717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–$0.2M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Subscribers (exit)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1.5K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8.4K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176K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 creators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2,475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5,225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9,625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Films in catalog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963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4,235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12.9K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31.2K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64.9K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321040" y="1645920"/>
            <a:ext cx="3383280" cy="3154680"/>
          </a:xfrm>
          <a:prstGeom prst="roundRect">
            <a:avLst>
              <a:gd name="adj" fmla="val 1739"/>
            </a:avLst>
          </a:prstGeom>
          <a:solidFill>
            <a:srgbClr val="1A2238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Y5 NET REVENUE BY SCENARIO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03920" y="2194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$3.5M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058400" y="224942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Conservative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03920" y="27614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$14.4M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0058400" y="28163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03920" y="332841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$53.9M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058400" y="3383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Aggressive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03920" y="394106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Aggressive case turns EBITDA-positive in Y4 (+$4.2M) and prints $26M EBITDA in Y5; base case reaches ~breakeven exiting Y5.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4983480"/>
            <a:ext cx="11155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Deliberately sober: niche-SVOD churn (8%→5.5%/mo), paid-led early growth, no virality assumed. Y2/Y3 ≈ 4–5x growth off a small base.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capital to ~breakeven: ≈ $19M across Seed ($4M, this round), Series A (≈$9M, Mo. 24–28) and Series B (≈$6M).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formula-driven model with editable assumptions delivered alongside this deck (Excel workbook, 3 scenarios).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—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works if churn behaves — and we underwrite churn first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55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Subscriber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PPV buyer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Creator (supply)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LTV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$80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$17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$500 (24-mo net rev)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CAC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 (organic only)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$73 (activated)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LTV : CAC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3.2x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4.2x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6.8x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7EA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Payback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~7 months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immediate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0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 12 months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977640"/>
            <a:ext cx="11155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Subscribers: $7.99/mo × 55% platform share × 78% contribution margin ÷ 6.5% monthly churn = $80 LTV. Every point of churn ≈ ±$11 of LTV — churn is the metric we underwrite before scaling spend.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PPV cannot absorb paid CAC — it monetizes organic traffic and converts buyers into subscribers.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quiet strength: supply-side economics. Films stay in the catalog forever (inventory doesn't churn); creator LTV:CAC ≈ 7x even with conservative payout growth.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Worst case (9% churn, $35 CAC) → 1.1x LTV:CAC: not viable. The seed plan gates all scale spending on proving churn &lt;7%/mo on a small cohort first.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RAISE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—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Raising a $4M Seed — 24+ months to Series A metrics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611880" cy="3291840"/>
          </a:xfrm>
          <a:prstGeom prst="roundRect">
            <a:avLst>
              <a:gd name="adj" fmla="val 1667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A — LEAN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$2.0M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18–20 months runway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of ~6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300 creators · 1,500 films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Retention proof + ~$0.4M ARR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Risk: bridges into the Series A raise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15968" y="1645920"/>
            <a:ext cx="3611880" cy="3291840"/>
          </a:xfrm>
          <a:prstGeom prst="roundRect">
            <a:avLst>
              <a:gd name="adj" fmla="val 1667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8536" y="1618488"/>
            <a:ext cx="3666744" cy="3346704"/>
          </a:xfrm>
          <a:prstGeom prst="roundRect">
            <a:avLst>
              <a:gd name="adj" fmla="val 1639"/>
            </a:avLst>
          </a:prstGeom>
          <a:ln w="254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17830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B — RECOMMENDED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98848" y="20574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$4.0M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498848" y="26060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24–26 months runway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of ~12 by Y2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935 active creators · 4,200 films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8.4K subs · ~$0.8M exit ARR · Series A-ready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 for one missed quarter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83296" y="1645920"/>
            <a:ext cx="3611880" cy="3291840"/>
          </a:xfrm>
          <a:prstGeom prst="roundRect">
            <a:avLst>
              <a:gd name="adj" fmla="val 1667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17830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C — MARKET LEADER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66176" y="20574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$7.0M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266176" y="26060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~30 months runway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of ~18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2,200 creators · 12.5K films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18.5K subs · ~$2M exit ARR</a:t>
            </a:r>
            <a:endParaRPr lang="en-US" sz="10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 competitive/preempted round only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1155680" cy="1234440"/>
          </a:xfrm>
          <a:prstGeom prst="roundRect">
            <a:avLst>
              <a:gd name="adj" fmla="val 4444"/>
            </a:avLst>
          </a:prstGeom>
          <a:solidFill>
            <a:srgbClr val="1A2238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230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OF FUNDS ($4M):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5623560"/>
            <a:ext cx="4030675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807915" y="5623560"/>
            <a:ext cx="2545690" cy="3200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Shape 22"/>
          <p:cNvSpPr/>
          <p:nvPr/>
        </p:nvSpPr>
        <p:spPr>
          <a:xfrm>
            <a:off x="7353605" y="5623560"/>
            <a:ext cx="1484986" cy="3200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Shape 23"/>
          <p:cNvSpPr/>
          <p:nvPr/>
        </p:nvSpPr>
        <p:spPr>
          <a:xfrm>
            <a:off x="8838590" y="5623560"/>
            <a:ext cx="848563" cy="320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9687154" y="5623560"/>
            <a:ext cx="636422" cy="3200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23576" y="5623560"/>
            <a:ext cx="530352" cy="320040"/>
          </a:xfrm>
          <a:prstGeom prst="rect">
            <a:avLst/>
          </a:prstGeom>
          <a:solidFill>
            <a:srgbClr val="93A0B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53928" y="5623560"/>
            <a:ext cx="530352" cy="320040"/>
          </a:xfrm>
          <a:prstGeom prst="rect">
            <a:avLst/>
          </a:prstGeom>
          <a:solidFill>
            <a:srgbClr val="E7EAF2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9893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&amp; Product 38%   ·   Growth 24%   ·   Content &amp; Creator Success 14%   ·   Trust &amp; Safety 8%   ·   Infra 6%   ·   Legal 5%   ·   Ops/Buffer 5%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Terms guidance: $10–14M pre-money (2026 seed medians for consumer marketplace + AI-category premium). Why not pre-seed? Product already de-risked; the open question is traction — fund 24 months to answer it properly.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—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lean. Hiring for the three things that matter.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394960" cy="2377440"/>
          </a:xfrm>
          <a:prstGeom prst="roundRect">
            <a:avLst>
              <a:gd name="adj" fmla="val 2308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FOUNDING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[Founder] — CEO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&amp; vision. Shipped the full marketplace MVP — viewer platform, creator onboarding, dashboards, and admin curation — pre-funding.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141A2B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KEY HIRES (SEED)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Founding engineer(s) — recommendations, payments, payout infra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of Content / Curation — ex-festival programmer; owns the quality bar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 Success lead — onboarding the founding 50 → 500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Growth lead (Mo. 8+) — only after retention gates pass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109960" cy="1737360"/>
          </a:xfrm>
          <a:prstGeom prst="roundRect">
            <a:avLst>
              <a:gd name="adj" fmla="val 3158"/>
            </a:avLst>
          </a:prstGeom>
          <a:solidFill>
            <a:srgbClr val="1A2238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OPERATING PRINCIPLES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Headcount follows proof: 6 FTEs in Y1 → 12 in Y2 → 22 in Y3 (full role-by-role plan with salaries in the financial workbook)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Curation and creator success are staffed like product roles — they are the moat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Fractional CFO + outsourced support until Series A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—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18-month window before someone else owns this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82296" cy="7132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Capability threshold crossed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0" y="16459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Sora, Veo 3, Runway Gen-4, Kling 2.x: watchable, coherent multi-minute films became possible in the last 18 months — not before.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82296" cy="7132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7860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explosion, zero infrastructure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0" y="257860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Millions of tool subscribers are producing films with no premiere venue, no pricing power, no payout rails.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82296" cy="7132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1129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Incumbent paralysis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14800" y="3511296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YouTube can't curate without breaking UGC neutrality; Netflix can't open uploads; tool vendors can't pick winners among their own customers. A neutral curator can.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82296" cy="7132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43984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tailwind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14800" y="4443984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AI Act labeling obligations and US likeness laws burden general platforms — and favor a compliance-native, provenance-first platform.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422392"/>
            <a:ext cx="82296" cy="71323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37667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window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14800" y="5376672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OpenAI or YouTube decides AI film is a category, the curated brand and creator payout relationships need to already exist. That is an 18–24 month race — and the reason to fund it now.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studios of the next decade are being founded right now —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7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Discord servers, with $30 tool subscriptions.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 is where they premiere, get paid, and find their audience.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round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20440" y="4023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24+ mo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044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Runway to Series A metrics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4023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~$14M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30936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Y5 net revenue (base)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98280" y="4023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$45B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09828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YouMakeTV.ai   •   Seed Round, June 2026   •   Confidential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YouMakeTV — Investor Deck</dc:title>
  <dc:subject>PptxGenJS Presentation</dc:subject>
  <dc:creator>YouMakeTV</dc:creator>
  <cp:lastModifiedBy>YouMakeTV</cp:lastModifiedBy>
  <cp:revision>1</cp:revision>
  <dcterms:created xsi:type="dcterms:W3CDTF">2026-06-11T07:03:35Z</dcterms:created>
  <dcterms:modified xsi:type="dcterms:W3CDTF">2026-06-11T07:03:35Z</dcterms:modified>
</cp:coreProperties>
</file>